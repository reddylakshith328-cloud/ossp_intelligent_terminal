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1F2A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206500"/>
            <a:ext cx="10566400" cy="530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800" dirty="0">
                <a:solidFill>
                  <a:srgbClr val="FBF6E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8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2042120"/>
            <a:ext cx="10566400" cy="400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FBF6EE"/>
                </a:solidFill>
                <a:latin typeface="Nunito" pitchFamily="34" charset="0"/>
                <a:ea typeface="Nunito" pitchFamily="34" charset="-122"/>
                <a:cs typeface="Nunito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A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206500"/>
            <a:ext cx="10566400" cy="530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800" dirty="0">
                <a:solidFill>
                  <a:srgbClr val="FBF6E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8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2042120"/>
            <a:ext cx="10566400" cy="400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FBF6EE"/>
                </a:solidFill>
                <a:latin typeface="Nunito" pitchFamily="34" charset="0"/>
                <a:ea typeface="Nunito" pitchFamily="34" charset="-122"/>
                <a:cs typeface="Nunito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4A58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OSSP · Team Project</a:t>
            </a:r>
            <a:endParaRPr lang="en-US" sz="15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423220"/>
            <a:ext cx="11379200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720"/>
              </a:lnSpc>
              <a:buNone/>
            </a:pPr>
            <a:r>
              <a:rPr lang="en-US" sz="6400" b="1" i="0" dirty="0">
                <a:solidFill>
                  <a:srgbClr val="FBF6EE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Intelligent Linux Terminal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812800" y="3429000"/>
            <a:ext cx="108833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E9DFC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 terminal that helps you type less and do more.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12800" y="5128320"/>
            <a:ext cx="3386634" cy="916781"/>
          </a:xfrm>
          <a:prstGeom prst="roundRect">
            <a:avLst>
              <a:gd name="adj" fmla="val 13853"/>
            </a:avLst>
          </a:prstGeom>
          <a:solidFill>
            <a:srgbClr val="2B3A4A"/>
          </a:solidFill>
          <a:ln/>
        </p:spPr>
      </p:sp>
      <p:sp>
        <p:nvSpPr>
          <p:cNvPr id="6" name="Text 4"/>
          <p:cNvSpPr/>
          <p:nvPr/>
        </p:nvSpPr>
        <p:spPr>
          <a:xfrm>
            <a:off x="1041400" y="5306120"/>
            <a:ext cx="3017317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BF6E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Lakshith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41400" y="5618460"/>
            <a:ext cx="3017317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9DFC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2510030332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02634" y="5128320"/>
            <a:ext cx="3386634" cy="916781"/>
          </a:xfrm>
          <a:prstGeom prst="roundRect">
            <a:avLst>
              <a:gd name="adj" fmla="val 13853"/>
            </a:avLst>
          </a:prstGeom>
          <a:solidFill>
            <a:srgbClr val="2B3A4A"/>
          </a:solidFill>
          <a:ln/>
        </p:spPr>
      </p:sp>
      <p:sp>
        <p:nvSpPr>
          <p:cNvPr id="9" name="Text 7"/>
          <p:cNvSpPr/>
          <p:nvPr/>
        </p:nvSpPr>
        <p:spPr>
          <a:xfrm>
            <a:off x="4631234" y="5306120"/>
            <a:ext cx="3017317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BF6E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Ranadeep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631234" y="5618460"/>
            <a:ext cx="3017317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9DFC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2510030337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992467" y="5128320"/>
            <a:ext cx="3386634" cy="916781"/>
          </a:xfrm>
          <a:prstGeom prst="roundRect">
            <a:avLst>
              <a:gd name="adj" fmla="val 13853"/>
            </a:avLst>
          </a:prstGeom>
          <a:solidFill>
            <a:srgbClr val="2B3A4A"/>
          </a:solidFill>
          <a:ln/>
        </p:spPr>
      </p:sp>
      <p:sp>
        <p:nvSpPr>
          <p:cNvPr id="12" name="Text 10"/>
          <p:cNvSpPr/>
          <p:nvPr/>
        </p:nvSpPr>
        <p:spPr>
          <a:xfrm>
            <a:off x="8221067" y="5306120"/>
            <a:ext cx="3017317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BF6E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Rahul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21067" y="5618460"/>
            <a:ext cx="3017317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9DFC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2510030322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C8442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Why we built it</a:t>
            </a:r>
            <a:endParaRPr lang="en-US" sz="15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06500"/>
            <a:ext cx="10883392" cy="1087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180"/>
              </a:lnSpc>
              <a:buNone/>
            </a:pPr>
            <a:r>
              <a:rPr lang="en-US" sz="3800" b="1" i="0" dirty="0">
                <a:solidFill>
                  <a:srgbClr val="1F2A36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The terminal is powerful. It just is not friendly.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819150" y="4355505"/>
            <a:ext cx="3373934" cy="1683345"/>
          </a:xfrm>
          <a:prstGeom prst="roundRect">
            <a:avLst>
              <a:gd name="adj" fmla="val 8676"/>
            </a:avLst>
          </a:prstGeom>
          <a:solidFill>
            <a:srgbClr val="FFFDF8"/>
          </a:solidFill>
          <a:ln w="12700">
            <a:solidFill>
              <a:srgbClr val="EADFC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9500" y="4615855"/>
            <a:ext cx="2938831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F2A3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One typo, one error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79500" y="5006975"/>
            <a:ext cx="2938831" cy="7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F2A3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 single wrong letter and the whole command fails, which is frustrating for beginners.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408984" y="4355505"/>
            <a:ext cx="3373934" cy="1683345"/>
          </a:xfrm>
          <a:prstGeom prst="roundRect">
            <a:avLst>
              <a:gd name="adj" fmla="val 8676"/>
            </a:avLst>
          </a:prstGeom>
          <a:solidFill>
            <a:srgbClr val="FFFDF8"/>
          </a:solidFill>
          <a:ln w="12700">
            <a:solidFill>
              <a:srgbClr val="EADFC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9334" y="4615855"/>
            <a:ext cx="2938831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F2A3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Typing it all again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669334" y="5006975"/>
            <a:ext cx="2938831" cy="7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F2A3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Long commands get retyped over and over because nobody can remember them all.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998817" y="4355505"/>
            <a:ext cx="3373934" cy="1683345"/>
          </a:xfrm>
          <a:prstGeom prst="roundRect">
            <a:avLst>
              <a:gd name="adj" fmla="val 8676"/>
            </a:avLst>
          </a:prstGeom>
          <a:solidFill>
            <a:srgbClr val="FFFDF8"/>
          </a:solidFill>
          <a:ln w="12700">
            <a:solidFill>
              <a:srgbClr val="EADF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59167" y="4615855"/>
            <a:ext cx="2938831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F2A3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 steep first step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259167" y="5006975"/>
            <a:ext cx="2938831" cy="7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F2A3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Students and new developers often find the command line intimidating.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2A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4A58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Our answer</a:t>
            </a:r>
            <a:endParaRPr lang="en-US" sz="15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06500"/>
            <a:ext cx="10883392" cy="556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180"/>
              </a:lnSpc>
              <a:buNone/>
            </a:pPr>
            <a:r>
              <a:rPr lang="en-US" sz="3800" b="1" i="0" dirty="0">
                <a:solidFill>
                  <a:srgbClr val="FBF6EE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A terminal that gives you a helping hand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819150" y="4355505"/>
            <a:ext cx="3373934" cy="1683345"/>
          </a:xfrm>
          <a:prstGeom prst="roundRect">
            <a:avLst>
              <a:gd name="adj" fmla="val 8676"/>
            </a:avLst>
          </a:prstGeom>
          <a:solidFill>
            <a:srgbClr val="2B3A4A"/>
          </a:solidFill>
          <a:ln w="12700">
            <a:solidFill>
              <a:srgbClr val="3B4D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9500" y="4615855"/>
            <a:ext cx="2938831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FBF6E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It runs your commands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79500" y="5006975"/>
            <a:ext cx="2938831" cy="7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FBF6E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Execute Linux commands efficiently through a clean, smart command-line interface.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408984" y="4355505"/>
            <a:ext cx="3373934" cy="1683345"/>
          </a:xfrm>
          <a:prstGeom prst="roundRect">
            <a:avLst>
              <a:gd name="adj" fmla="val 8676"/>
            </a:avLst>
          </a:prstGeom>
          <a:solidFill>
            <a:srgbClr val="2B3A4A"/>
          </a:solidFill>
          <a:ln w="12700">
            <a:solidFill>
              <a:srgbClr val="3B4D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9334" y="4615855"/>
            <a:ext cx="2938831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FBF6E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It remembers for you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669334" y="5006975"/>
            <a:ext cx="2938831" cy="7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FBF6E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Command history brings back what you ran before, so you never start from scratch.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998817" y="4355505"/>
            <a:ext cx="3373934" cy="1683345"/>
          </a:xfrm>
          <a:prstGeom prst="roundRect">
            <a:avLst>
              <a:gd name="adj" fmla="val 8676"/>
            </a:avLst>
          </a:prstGeom>
          <a:solidFill>
            <a:srgbClr val="2B3A4A"/>
          </a:solidFill>
          <a:ln w="12700">
            <a:solidFill>
              <a:srgbClr val="3B4D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59167" y="4615855"/>
            <a:ext cx="2938831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FBF6E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It helps as you type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259167" y="5006975"/>
            <a:ext cx="2938831" cy="7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FBF6E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Auto-suggestions and typo correction keep you moving and make the terminal friendlier.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F2A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4A58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Is it doable? It is already running</a:t>
            </a:r>
            <a:endParaRPr lang="en-US" sz="15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06500"/>
            <a:ext cx="10883392" cy="556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180"/>
              </a:lnSpc>
              <a:buNone/>
            </a:pPr>
            <a:r>
              <a:rPr lang="en-US" sz="3800" b="1" i="0" dirty="0">
                <a:solidFill>
                  <a:srgbClr val="FBF6EE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Built from the ground up in C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819150" y="3526830"/>
            <a:ext cx="6113760" cy="2512020"/>
          </a:xfrm>
          <a:prstGeom prst="roundRect">
            <a:avLst>
              <a:gd name="adj" fmla="val 5814"/>
            </a:avLst>
          </a:prstGeom>
          <a:solidFill>
            <a:srgbClr val="2B3A4A"/>
          </a:solidFill>
          <a:ln w="12700">
            <a:solidFill>
              <a:srgbClr val="3B4D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9500" y="3787180"/>
            <a:ext cx="5760852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F4A58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Working today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50620" y="4178300"/>
            <a:ext cx="5682112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2880" indent="-182880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FBF6E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Interactive shell loop and command parser</a:t>
            </a:r>
            <a:endParaRPr lang="en-US" sz="1500" dirty="0"/>
          </a:p>
          <a:p>
            <a:pPr algn="l" marL="182880" indent="-182880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FBF6E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Running programs with fork, exec and wait</a:t>
            </a:r>
            <a:endParaRPr lang="en-US" sz="1500" dirty="0"/>
          </a:p>
          <a:p>
            <a:pPr algn="l" marL="182880" indent="-182880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FBF6E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Built-in commands and signal handling</a:t>
            </a:r>
            <a:endParaRPr lang="en-US" sz="1500" dirty="0"/>
          </a:p>
          <a:p>
            <a:pPr algn="l" marL="182880" indent="-182880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FBF6E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Pipes and redirection</a:t>
            </a:r>
            <a:endParaRPr lang="en-US" sz="1500" dirty="0"/>
          </a:p>
          <a:p>
            <a:pPr algn="l" marL="182880" indent="-182880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FBF6E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Background monitor using pthreads</a:t>
            </a:r>
            <a:endParaRPr lang="en-US" sz="1500" dirty="0"/>
          </a:p>
          <a:p>
            <a:pPr algn="l" marL="182880" indent="-182880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FBF6E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Tested with Valgrind, GDB and ASan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142460" y="3520480"/>
            <a:ext cx="4236740" cy="2524720"/>
          </a:xfrm>
          <a:prstGeom prst="roundRect">
            <a:avLst>
              <a:gd name="adj" fmla="val 6036"/>
            </a:avLst>
          </a:prstGeom>
          <a:solidFill>
            <a:srgbClr val="FBF6EE"/>
          </a:solidFill>
          <a:ln/>
        </p:spPr>
      </p:sp>
      <p:sp>
        <p:nvSpPr>
          <p:cNvPr id="8" name="Text 6"/>
          <p:cNvSpPr/>
          <p:nvPr/>
        </p:nvSpPr>
        <p:spPr>
          <a:xfrm>
            <a:off x="7396460" y="3774480"/>
            <a:ext cx="3840602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C8442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Coming next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467580" y="4165600"/>
            <a:ext cx="3761862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2880" indent="-182880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1F2A3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 dataset of common commands and typos</a:t>
            </a:r>
            <a:endParaRPr lang="en-US" sz="1500" dirty="0"/>
          </a:p>
          <a:p>
            <a:pPr algn="l" marL="182880" indent="-182880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1F2A3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Typo correction</a:t>
            </a:r>
            <a:endParaRPr lang="en-US" sz="1500" dirty="0"/>
          </a:p>
          <a:p>
            <a:pPr algn="l" marL="182880" indent="-182880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1F2A3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Smart suggestions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C8442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What makes it ours</a:t>
            </a:r>
            <a:endParaRPr lang="en-US" sz="15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06500"/>
            <a:ext cx="10883392" cy="556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180"/>
              </a:lnSpc>
              <a:buNone/>
            </a:pPr>
            <a:r>
              <a:rPr lang="en-US" sz="3800" b="1" i="0" dirty="0">
                <a:solidFill>
                  <a:srgbClr val="1F2A36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Not just another shell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819150" y="4355505"/>
            <a:ext cx="3373934" cy="1683345"/>
          </a:xfrm>
          <a:prstGeom prst="roundRect">
            <a:avLst>
              <a:gd name="adj" fmla="val 8676"/>
            </a:avLst>
          </a:prstGeom>
          <a:solidFill>
            <a:srgbClr val="FFFDF8"/>
          </a:solidFill>
          <a:ln w="12700">
            <a:solidFill>
              <a:srgbClr val="EADFC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9500" y="4615855"/>
            <a:ext cx="2938831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F2A3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Made from scratch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79500" y="5006975"/>
            <a:ext cx="2938831" cy="7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F2A3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parser, pipes and process handling are all written by us in plain C.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408984" y="4355505"/>
            <a:ext cx="3373934" cy="1683345"/>
          </a:xfrm>
          <a:prstGeom prst="roundRect">
            <a:avLst>
              <a:gd name="adj" fmla="val 8676"/>
            </a:avLst>
          </a:prstGeom>
          <a:solidFill>
            <a:srgbClr val="FFFDF8"/>
          </a:solidFill>
          <a:ln w="12700">
            <a:solidFill>
              <a:srgbClr val="EADFC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9334" y="4615855"/>
            <a:ext cx="2938831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F2A3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Smart, not complicated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669334" y="5006975"/>
            <a:ext cx="2938831" cy="7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F2A3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History, suggestions and typo correction live inside one simple terminal.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998817" y="4355505"/>
            <a:ext cx="3373934" cy="1683345"/>
          </a:xfrm>
          <a:prstGeom prst="roundRect">
            <a:avLst>
              <a:gd name="adj" fmla="val 8676"/>
            </a:avLst>
          </a:prstGeom>
          <a:solidFill>
            <a:srgbClr val="FFFDF8"/>
          </a:solidFill>
          <a:ln w="12700">
            <a:solidFill>
              <a:srgbClr val="EADF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59167" y="4615855"/>
            <a:ext cx="2938831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F2A3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Kind to beginners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259167" y="5006975"/>
            <a:ext cx="2938831" cy="7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F2A3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New users get gentle guidance while experienced users keep their speed.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C844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2363490"/>
            <a:ext cx="10883392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00"/>
              </a:lnSpc>
              <a:buNone/>
            </a:pPr>
            <a:r>
              <a:rPr lang="en-US" sz="8000" b="1" i="0" dirty="0">
                <a:solidFill>
                  <a:srgbClr val="FBF6EE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Thank you!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812800" y="363349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FBF6E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Questions? We would love to hear them.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12800" y="422781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BE3D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Lakshith · Ranadeep · Rahul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telligent Linux Terminal">
  <a:themeElements>
    <a:clrScheme name="Intelligent Linux Terminal">
      <a:dk1>
        <a:srgbClr val="1F2A36"/>
      </a:dk1>
      <a:lt1>
        <a:srgbClr val="FBF6EE"/>
      </a:lt1>
      <a:dk2>
        <a:srgbClr val="353E48"/>
      </a:dk2>
      <a:lt2>
        <a:srgbClr val="C4C3C0"/>
      </a:lt2>
      <a:accent1>
        <a:srgbClr val="F4A58F"/>
      </a:accent1>
      <a:accent2>
        <a:srgbClr val="C8442A"/>
      </a:accent2>
      <a:accent3>
        <a:srgbClr val="E9DFCF"/>
      </a:accent3>
      <a:accent4>
        <a:srgbClr val="9AA0A6"/>
      </a:accent4>
      <a:accent5>
        <a:srgbClr val="A3A4A4"/>
      </a:accent5>
      <a:accent6>
        <a:srgbClr val="828689"/>
      </a:accent6>
      <a:hlink>
        <a:srgbClr val="0563C1"/>
      </a:hlink>
      <a:folHlink>
        <a:srgbClr val="954F72"/>
      </a:folHlink>
    </a:clrScheme>
    <a:fontScheme name="Intelligent Linux Terminal">
      <a:majorFont>
        <a:latin typeface="Nuni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un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Intelligent Linux Terminal</dc:title>
  <dc:subject/>
  <dc:creator/>
  <cp:lastModifiedBy/>
  <cp:revision>1</cp:revision>
  <dcterms:created xsi:type="dcterms:W3CDTF">2026-10-08T13:18:35Z</dcterms:created>
  <dcterms:modified xsi:type="dcterms:W3CDTF">2026-10-08T13:18:35Z</dcterms:modified>
</cp:coreProperties>
</file>