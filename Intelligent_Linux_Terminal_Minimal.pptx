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7990" y="1434465"/>
            <a:ext cx="8258810" cy="8515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2D3E50"/>
                </a:solidFill>
              </a:rPr>
              <a:t>Intelligent Linux Terminal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0" dirty="0">
                <a:solidFill>
                  <a:srgbClr val="5A6C7D"/>
                </a:solidFill>
              </a:rPr>
              <a:t>A smart command-line interface built on Linux systems programming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/>
              <a:t>Lakshith : 2510030332 Ranadeep : 2510030337 Rahul : 2510030322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E50"/>
                </a:solidFill>
              </a:rPr>
              <a:t>The Challenge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137160" cy="137160"/>
          </a:xfrm>
          <a:prstGeom prst="ellipse">
            <a:avLst/>
          </a:prstGeom>
          <a:solidFill>
            <a:srgbClr val="4A7C9E"/>
          </a:solidFill>
        </p:spPr>
      </p:sp>
      <p:sp>
        <p:nvSpPr>
          <p:cNvPr id="4" name="Text 2"/>
          <p:cNvSpPr/>
          <p:nvPr/>
        </p:nvSpPr>
        <p:spPr>
          <a:xfrm>
            <a:off x="779780" y="1005840"/>
            <a:ext cx="79070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E50"/>
                </a:solidFill>
              </a:rPr>
              <a:t>Users must remember numerous Linux commands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37160" cy="137160"/>
          </a:xfrm>
          <a:prstGeom prst="ellipse">
            <a:avLst/>
          </a:prstGeom>
          <a:solidFill>
            <a:srgbClr val="4A7C9E"/>
          </a:solidFill>
        </p:spPr>
      </p:sp>
      <p:sp>
        <p:nvSpPr>
          <p:cNvPr id="6" name="Text 4"/>
          <p:cNvSpPr/>
          <p:nvPr/>
        </p:nvSpPr>
        <p:spPr>
          <a:xfrm>
            <a:off x="766445" y="1463040"/>
            <a:ext cx="792035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E50"/>
                </a:solidFill>
              </a:rPr>
              <a:t>Typing errors cause unnecessary failures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137160" cy="137160"/>
          </a:xfrm>
          <a:prstGeom prst="ellipse">
            <a:avLst/>
          </a:prstGeom>
          <a:solidFill>
            <a:srgbClr val="4A7C9E"/>
          </a:solidFill>
        </p:spPr>
      </p:sp>
      <p:sp>
        <p:nvSpPr>
          <p:cNvPr id="8" name="Text 6"/>
          <p:cNvSpPr/>
          <p:nvPr/>
        </p:nvSpPr>
        <p:spPr>
          <a:xfrm>
            <a:off x="784225" y="1920240"/>
            <a:ext cx="79025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E50"/>
                </a:solidFill>
              </a:rPr>
              <a:t>Beginners struggle with error messages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137160" cy="137160"/>
          </a:xfrm>
          <a:prstGeom prst="ellipse">
            <a:avLst/>
          </a:prstGeom>
          <a:solidFill>
            <a:srgbClr val="4A7C9E"/>
          </a:solidFill>
        </p:spPr>
      </p:sp>
      <p:sp>
        <p:nvSpPr>
          <p:cNvPr id="10" name="Text 8"/>
          <p:cNvSpPr/>
          <p:nvPr/>
        </p:nvSpPr>
        <p:spPr>
          <a:xfrm>
            <a:off x="772160" y="2282190"/>
            <a:ext cx="4001135" cy="6724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E50"/>
                </a:solidFill>
              </a:rPr>
              <a:t>Frequently used commands must be manually searched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0" y="365760"/>
            <a:ext cx="3383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E50"/>
                </a:solidFill>
              </a:rPr>
              <a:t>The Solution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825365" y="1005840"/>
            <a:ext cx="3336290" cy="2834640"/>
          </a:xfrm>
          <a:prstGeom prst="rect">
            <a:avLst/>
          </a:prstGeom>
          <a:solidFill>
            <a:srgbClr val="F5F7FA"/>
          </a:solidFill>
          <a:ln w="12700">
            <a:solidFill>
              <a:srgbClr val="6B8E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9390" y="1188720"/>
            <a:ext cx="322453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3E50"/>
                </a:solidFill>
              </a:rPr>
              <a:t>shell with intelligent features: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1783080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A55F"/>
                </a:solidFill>
              </a:rPr>
              <a:t>→ Command history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2167128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A55F"/>
                </a:solidFill>
              </a:rPr>
              <a:t>→ Auto-suggestions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551176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A55F"/>
                </a:solidFill>
              </a:rPr>
              <a:t>→ Typo correction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2935224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A55F"/>
                </a:solidFill>
              </a:rPr>
              <a:t>→ Error guidance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03920" y="484632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E50"/>
                </a:solidFill>
              </a:rPr>
              <a:t>Goals &amp;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20040" cy="320040"/>
          </a:xfrm>
          <a:prstGeom prst="ellipse">
            <a:avLst/>
          </a:prstGeom>
          <a:solidFill>
            <a:srgbClr val="4A7C9E"/>
          </a:solidFill>
        </p:spPr>
      </p:sp>
      <p:sp>
        <p:nvSpPr>
          <p:cNvPr id="4" name="Text 2"/>
          <p:cNvSpPr/>
          <p:nvPr/>
        </p:nvSpPr>
        <p:spPr>
          <a:xfrm>
            <a:off x="548640" y="10058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051560"/>
            <a:ext cx="7635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</a:rPr>
              <a:t>Develop a functional Linux-based CLI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320040" cy="320040"/>
          </a:xfrm>
          <a:prstGeom prst="ellipse">
            <a:avLst/>
          </a:prstGeom>
          <a:solidFill>
            <a:srgbClr val="4A7C9E"/>
          </a:solidFill>
        </p:spPr>
      </p:sp>
      <p:sp>
        <p:nvSpPr>
          <p:cNvPr id="7" name="Text 5"/>
          <p:cNvSpPr/>
          <p:nvPr/>
        </p:nvSpPr>
        <p:spPr>
          <a:xfrm>
            <a:off x="548640" y="1536192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581912"/>
            <a:ext cx="7635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</a:rPr>
              <a:t>Apply core OS concepts: processes, system calls, file handling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66544"/>
            <a:ext cx="320040" cy="320040"/>
          </a:xfrm>
          <a:prstGeom prst="ellipse">
            <a:avLst/>
          </a:prstGeom>
          <a:solidFill>
            <a:srgbClr val="4A7C9E"/>
          </a:solidFill>
        </p:spPr>
      </p:sp>
      <p:sp>
        <p:nvSpPr>
          <p:cNvPr id="10" name="Text 8"/>
          <p:cNvSpPr/>
          <p:nvPr/>
        </p:nvSpPr>
        <p:spPr>
          <a:xfrm>
            <a:off x="548640" y="2066544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112264"/>
            <a:ext cx="7635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</a:rPr>
              <a:t>Enable efficient Linux command execution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96896"/>
            <a:ext cx="320040" cy="320040"/>
          </a:xfrm>
          <a:prstGeom prst="ellipse">
            <a:avLst/>
          </a:prstGeom>
          <a:solidFill>
            <a:srgbClr val="4A7C9E"/>
          </a:solidFill>
        </p:spPr>
      </p:sp>
      <p:sp>
        <p:nvSpPr>
          <p:cNvPr id="14" name="Text 12"/>
          <p:cNvSpPr/>
          <p:nvPr/>
        </p:nvSpPr>
        <p:spPr>
          <a:xfrm>
            <a:off x="1051560" y="2642616"/>
            <a:ext cx="7635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</a:rPr>
              <a:t>Implement command history for quick access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27248"/>
            <a:ext cx="320040" cy="320040"/>
          </a:xfrm>
          <a:prstGeom prst="ellipse">
            <a:avLst/>
          </a:prstGeom>
          <a:solidFill>
            <a:srgbClr val="4A7C9E"/>
          </a:solidFill>
        </p:spPr>
      </p:sp>
      <p:sp>
        <p:nvSpPr>
          <p:cNvPr id="16" name="Text 14"/>
          <p:cNvSpPr/>
          <p:nvPr/>
        </p:nvSpPr>
        <p:spPr>
          <a:xfrm>
            <a:off x="548640" y="3127248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172968"/>
            <a:ext cx="7635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</a:rPr>
              <a:t>Detect and correct common typing errors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320040" cy="320040"/>
          </a:xfrm>
          <a:prstGeom prst="ellipse">
            <a:avLst/>
          </a:prstGeom>
          <a:solidFill>
            <a:srgbClr val="4A7C9E"/>
          </a:solidFill>
        </p:spPr>
      </p:sp>
      <p:sp>
        <p:nvSpPr>
          <p:cNvPr id="19" name="Text 17"/>
          <p:cNvSpPr/>
          <p:nvPr/>
        </p:nvSpPr>
        <p:spPr>
          <a:xfrm>
            <a:off x="548640" y="365760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3703320"/>
            <a:ext cx="7635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</a:rPr>
              <a:t>Provide intelligent auto-suggestions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03920" y="484632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E50"/>
                </a:solidFill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E8F0F6"/>
          </a:solidFill>
          <a:ln w="19050">
            <a:solidFill>
              <a:srgbClr val="6B8E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78992"/>
            <a:ext cx="7680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E50"/>
                </a:solidFill>
              </a:rPr>
              <a:t>Enhancement Layer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C7D"/>
                </a:solidFill>
              </a:rPr>
              <a:t>Command history · Auto-suggestion · Typo detection &amp; correction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solidFill>
            <a:srgbClr val="DCE8F0"/>
          </a:solidFill>
          <a:ln w="19050">
            <a:solidFill>
              <a:srgbClr val="6B8E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59152"/>
            <a:ext cx="7680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E50"/>
                </a:solidFill>
              </a:rPr>
              <a:t>Core APIs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7680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C7D"/>
                </a:solidFill>
              </a:rPr>
              <a:t>fork() · exec() · wait() · open() · read() · write() · dup2()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C8DCEB"/>
          </a:solidFill>
          <a:ln w="19050">
            <a:solidFill>
              <a:srgbClr val="6B8E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639312"/>
            <a:ext cx="7680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E50"/>
                </a:solidFill>
              </a:rPr>
              <a:t>Foundation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886200"/>
            <a:ext cx="7680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C7D"/>
                </a:solidFill>
              </a:rPr>
              <a:t>Linux Systems Programming (C lang) · Process Management · File Descriptors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0" y="484632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E50"/>
                </a:solidFill>
              </a:rPr>
              <a:t>Expected Outcomes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228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/>
              <a:t>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1005840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</a:rPr>
              <a:t>Functional intelligent Linux terminal with demo capabilities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90472"/>
            <a:ext cx="228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/>
              <a:t>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44752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</a:rPr>
              <a:t>Real-time command auto-suggestions while typing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29384"/>
            <a:ext cx="228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/>
              <a:t>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883664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</a:rPr>
              <a:t>Automatic detection and correction of common typos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68296"/>
            <a:ext cx="228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/>
              <a:t>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322576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</a:rPr>
              <a:t>Command history with quick retrieval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807208"/>
            <a:ext cx="228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/>
              <a:t>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761488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</a:rPr>
              <a:t>Efficient execution of standard Linux commands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228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/>
              <a:t>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200400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</a:rPr>
              <a:t>Improved command-line productivity for all skill levels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685032"/>
            <a:ext cx="228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/>
              <a:t>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639312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E50"/>
                </a:solidFill>
              </a:rPr>
              <a:t>Core OS concepts demonstrated end-to-end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0" y="484632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E50"/>
                </a:solidFill>
              </a:rPr>
              <a:t>System Design &amp; Modules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468880" cy="1188720"/>
          </a:xfrm>
          <a:prstGeom prst="rect">
            <a:avLst/>
          </a:prstGeom>
          <a:solidFill>
            <a:srgbClr val="F5F7FA"/>
          </a:solidFill>
          <a:ln w="25400">
            <a:solidFill>
              <a:srgbClr val="4A7C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3444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C9E"/>
                </a:solidFill>
              </a:rPr>
              <a:t>Command Parser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2194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C7D"/>
                </a:solidFill>
              </a:rPr>
              <a:t>Parse input &amp; route commands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017520" y="1097280"/>
            <a:ext cx="2468880" cy="1188720"/>
          </a:xfrm>
          <a:prstGeom prst="rect">
            <a:avLst/>
          </a:prstGeom>
          <a:solidFill>
            <a:srgbClr val="F5F7FA"/>
          </a:solidFill>
          <a:ln w="25400">
            <a:solidFill>
              <a:srgbClr val="4A7C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123444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C9E"/>
                </a:solidFill>
              </a:rPr>
              <a:t>History Manager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54680" y="1600200"/>
            <a:ext cx="2194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C7D"/>
                </a:solidFill>
              </a:rPr>
              <a:t>Store &amp; retrieve commands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77840" y="1097280"/>
            <a:ext cx="2468880" cy="1188720"/>
          </a:xfrm>
          <a:prstGeom prst="rect">
            <a:avLst/>
          </a:prstGeom>
          <a:solidFill>
            <a:srgbClr val="F5F7FA"/>
          </a:solidFill>
          <a:ln w="25400">
            <a:solidFill>
              <a:srgbClr val="4A7C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123444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C9E"/>
                </a:solidFill>
              </a:rPr>
              <a:t>Auto-Suggestion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5000" y="1600200"/>
            <a:ext cx="2194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C7D"/>
                </a:solidFill>
              </a:rPr>
              <a:t>Predict likely commands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2468880" cy="1188720"/>
          </a:xfrm>
          <a:prstGeom prst="rect">
            <a:avLst/>
          </a:prstGeom>
          <a:solidFill>
            <a:srgbClr val="F5F7FA"/>
          </a:solidFill>
          <a:ln w="25400">
            <a:solidFill>
              <a:srgbClr val="4A7C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9748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C9E"/>
                </a:solidFill>
              </a:rPr>
              <a:t>Typo Detection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063240"/>
            <a:ext cx="2194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C7D"/>
                </a:solidFill>
              </a:rPr>
              <a:t>"pythn" → "python"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2560320"/>
            <a:ext cx="2468880" cy="1188720"/>
          </a:xfrm>
          <a:prstGeom prst="rect">
            <a:avLst/>
          </a:prstGeom>
          <a:solidFill>
            <a:srgbClr val="F5F7FA"/>
          </a:solidFill>
          <a:ln w="25400">
            <a:solidFill>
              <a:srgbClr val="4A7C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269748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C9E"/>
                </a:solidFill>
              </a:rPr>
              <a:t>Execution Module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54680" y="3063240"/>
            <a:ext cx="2194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C7D"/>
                </a:solidFill>
              </a:rPr>
              <a:t>fork() → exec() → wait()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2560320"/>
            <a:ext cx="2468880" cy="1188720"/>
          </a:xfrm>
          <a:prstGeom prst="rect">
            <a:avLst/>
          </a:prstGeom>
          <a:solidFill>
            <a:srgbClr val="F5F7FA"/>
          </a:solidFill>
          <a:ln w="25400">
            <a:solidFill>
              <a:srgbClr val="4A7C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269748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C9E"/>
                </a:solidFill>
              </a:rPr>
              <a:t>System Interaction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15000" y="3063240"/>
            <a:ext cx="2194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C7D"/>
                </a:solidFill>
              </a:rPr>
              <a:t>Linux Kernel &amp; Resources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C7D"/>
                </a:solidFill>
              </a:rPr>
              <a:t>User → Intelligent CLI → Command Execution → System Resources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484632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E50"/>
                </a:solidFill>
              </a:rPr>
              <a:t>Project Timeline — 8 Weeks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41960" y="1097280"/>
            <a:ext cx="381000" cy="365760"/>
          </a:xfrm>
          <a:prstGeom prst="ellipse">
            <a:avLst/>
          </a:prstGeom>
          <a:solidFill>
            <a:srgbClr val="4A7C9E"/>
          </a:solidFill>
        </p:spPr>
        <p:txBody>
          <a:bodyPr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100584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E50"/>
                </a:solidFill>
              </a:rPr>
              <a:t>Requirement Analysis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61415"/>
            <a:ext cx="3566160" cy="5575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</a:rPr>
              <a:t>Study Linux shell architecture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365760" cy="365760"/>
          </a:xfrm>
          <a:prstGeom prst="ellipse">
            <a:avLst/>
          </a:prstGeom>
          <a:solidFill>
            <a:srgbClr val="4A7C9E"/>
          </a:solidFill>
        </p:spPr>
      </p:sp>
      <p:sp>
        <p:nvSpPr>
          <p:cNvPr id="8" name="Text 6"/>
          <p:cNvSpPr/>
          <p:nvPr/>
        </p:nvSpPr>
        <p:spPr>
          <a:xfrm>
            <a:off x="4754880" y="10058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57800" y="100584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E50"/>
                </a:solidFill>
              </a:rPr>
              <a:t>Basic Terminal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57800" y="1188085"/>
            <a:ext cx="3566160" cy="5308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</a:rPr>
              <a:t>Input handling, parsing, execution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038985"/>
            <a:ext cx="365760" cy="365760"/>
          </a:xfrm>
          <a:prstGeom prst="ellipse">
            <a:avLst/>
          </a:prstGeom>
          <a:solidFill>
            <a:srgbClr val="4A7C9E"/>
          </a:solidFill>
        </p:spPr>
      </p:sp>
      <p:sp>
        <p:nvSpPr>
          <p:cNvPr id="12" name="Text 10"/>
          <p:cNvSpPr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955800"/>
            <a:ext cx="3566160" cy="3206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E50"/>
                </a:solidFill>
              </a:rPr>
              <a:t>Process Management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072005"/>
            <a:ext cx="3566160" cy="5829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</a:rPr>
              <a:t>fork(), exec(), wait() implementation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897380"/>
            <a:ext cx="365760" cy="365760"/>
          </a:xfrm>
          <a:prstGeom prst="ellipse">
            <a:avLst/>
          </a:prstGeom>
          <a:solidFill>
            <a:srgbClr val="4A7C9E"/>
          </a:solidFill>
        </p:spPr>
      </p:sp>
      <p:sp>
        <p:nvSpPr>
          <p:cNvPr id="16" name="Text 14"/>
          <p:cNvSpPr/>
          <p:nvPr/>
        </p:nvSpPr>
        <p:spPr>
          <a:xfrm>
            <a:off x="4754880" y="274320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57800" y="1577340"/>
            <a:ext cx="3566160" cy="8274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E50"/>
                </a:solidFill>
              </a:rPr>
              <a:t>Command History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57800" y="208407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</a:rPr>
              <a:t>Storage &amp; retrieval system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4A7C9E"/>
          </a:solidFill>
        </p:spPr>
      </p:sp>
      <p:sp>
        <p:nvSpPr>
          <p:cNvPr id="20" name="Text 18"/>
          <p:cNvSpPr/>
          <p:nvPr/>
        </p:nvSpPr>
        <p:spPr>
          <a:xfrm>
            <a:off x="457200" y="448056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2513965"/>
            <a:ext cx="3566160" cy="6775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E50"/>
                </a:solidFill>
              </a:rPr>
              <a:t>Auto-Suggestion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2511425"/>
            <a:ext cx="3566160" cy="11696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</a:rPr>
              <a:t>History analysis &amp; prediction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2743200"/>
            <a:ext cx="365760" cy="365760"/>
          </a:xfrm>
          <a:prstGeom prst="ellipse">
            <a:avLst/>
          </a:prstGeom>
          <a:solidFill>
            <a:srgbClr val="4A7C9E"/>
          </a:solidFill>
        </p:spPr>
      </p:sp>
      <p:sp>
        <p:nvSpPr>
          <p:cNvPr id="24" name="Text 22"/>
          <p:cNvSpPr/>
          <p:nvPr/>
        </p:nvSpPr>
        <p:spPr>
          <a:xfrm>
            <a:off x="4754880" y="448056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2526030"/>
            <a:ext cx="3566160" cy="6616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E50"/>
                </a:solidFill>
              </a:rPr>
              <a:t>Typo Detection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2912110"/>
            <a:ext cx="3566160" cy="414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</a:rPr>
              <a:t>Error detection &amp; suggestions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760470"/>
            <a:ext cx="365760" cy="365760"/>
          </a:xfrm>
          <a:prstGeom prst="ellipse">
            <a:avLst/>
          </a:prstGeom>
          <a:solidFill>
            <a:srgbClr val="4A7C9E"/>
          </a:solidFill>
        </p:spPr>
      </p:sp>
      <p:sp>
        <p:nvSpPr>
          <p:cNvPr id="28" name="Text 26"/>
          <p:cNvSpPr/>
          <p:nvPr/>
        </p:nvSpPr>
        <p:spPr>
          <a:xfrm>
            <a:off x="457200" y="621792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3591560"/>
            <a:ext cx="3566160" cy="5346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E50"/>
                </a:solidFill>
              </a:rPr>
              <a:t>Integration &amp;Testing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4047490"/>
            <a:ext cx="3566160" cy="1485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</a:rPr>
              <a:t>Module combination, edge cases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3760470"/>
            <a:ext cx="365760" cy="365760"/>
          </a:xfrm>
          <a:prstGeom prst="ellipse">
            <a:avLst/>
          </a:prstGeom>
          <a:solidFill>
            <a:srgbClr val="4A7C9E"/>
          </a:solidFill>
        </p:spPr>
      </p:sp>
      <p:sp>
        <p:nvSpPr>
          <p:cNvPr id="32" name="Text 30"/>
          <p:cNvSpPr/>
          <p:nvPr/>
        </p:nvSpPr>
        <p:spPr>
          <a:xfrm>
            <a:off x="4754880" y="621792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3591560"/>
            <a:ext cx="3566160" cy="5568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E50"/>
                </a:solidFill>
              </a:rPr>
              <a:t>Optimization &amp; Demo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3860800"/>
            <a:ext cx="3566160" cy="4921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C7D"/>
                </a:solidFill>
              </a:rPr>
              <a:t>Debugging, documentation, presentation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84632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2063</Words>
  <Application>WPS Presentation</Application>
  <PresentationFormat>On-screen Show (16:9)</PresentationFormat>
  <Paragraphs>150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Lakshith Reddy</cp:lastModifiedBy>
  <cp:revision>6</cp:revision>
  <dcterms:created xsi:type="dcterms:W3CDTF">2026-08-12T05:54:55Z</dcterms:created>
  <dcterms:modified xsi:type="dcterms:W3CDTF">2026-08-12T05:54:55Z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1033-12.1.26050.26050</vt:lpwstr>
  </property>
  <property fmtid="{D5CDD505-2E9C-101B-9397-08002B2CF9AE}" pid="3" name="ICV">
    <vt:lpwstr>DDEE5ACD397F627A91E37B6A31AB58B9_42</vt:lpwstr>
  </property>
</Properties>
</file>